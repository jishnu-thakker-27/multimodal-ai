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Trees &amp; Graphs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1: AVL Tree Rotations</a:t>
            </a:r>
          </a:p>
          <a:p>
            <a:r>
              <a:t>AVL rotation restores height balance after insertion or deletion. Single rotations include Left-Left and Right-Right rotations.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